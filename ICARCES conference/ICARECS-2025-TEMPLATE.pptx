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sldIdLst>
    <p:sldId id="258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0000"/>
    <a:srgbClr val="DE0000"/>
    <a:srgbClr val="FF7575"/>
    <a:srgbClr val="CC3300"/>
    <a:srgbClr val="F20000"/>
    <a:srgbClr val="FF2D2D"/>
    <a:srgbClr val="FF4F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032D03-92F9-48B1-A715-4724AA68D033}" type="datetimeFigureOut">
              <a:rPr lang="en-IN" smtClean="0"/>
              <a:t>24-02-2025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A48F82-26D7-4BB7-89E9-91A460052B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8224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2F6FF-BEDC-4A39-9C01-F82FB3BF0598}" type="datetime1">
              <a:rPr lang="en-IN" smtClean="0"/>
              <a:t>24-02-2025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 of Author, Organization, Country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AB3C6-D06C-4F79-982A-7E2D2BE282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6813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9FBD9-19BA-4FCA-B738-4AD730D908BD}" type="datetime1">
              <a:rPr lang="en-IN" smtClean="0"/>
              <a:t>24-02-2025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 of Author, Organization, Country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AB3C6-D06C-4F79-982A-7E2D2BE282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4988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5DA40-937D-450C-8432-4A763FBEE688}" type="datetime1">
              <a:rPr lang="en-IN" smtClean="0"/>
              <a:t>24-02-2025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 of Author, Organization, Country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AB3C6-D06C-4F79-982A-7E2D2BE282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0298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C08FC-0D9C-4AC1-B713-0E2A0071A2D6}" type="datetime1">
              <a:rPr lang="en-IN" smtClean="0"/>
              <a:t>24-02-2025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 of Author, Organization, Country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AB3C6-D06C-4F79-982A-7E2D2BE282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3225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3848-7EB3-4BDA-8722-80F38D2575C5}" type="datetime1">
              <a:rPr lang="en-IN" smtClean="0"/>
              <a:t>24-02-2025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 of Author, Organization, Country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AB3C6-D06C-4F79-982A-7E2D2BE282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3465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077CC-EE61-4403-9DCB-72E60AD4F26C}" type="datetime1">
              <a:rPr lang="en-IN" smtClean="0"/>
              <a:t>24-02-2025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 of Author, Organization, Country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AB3C6-D06C-4F79-982A-7E2D2BE282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2817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6A2F6-C7FD-43F4-AB48-B97B73AE1279}" type="datetime1">
              <a:rPr lang="en-IN" smtClean="0"/>
              <a:t>24-02-2025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 of Author, Organization, Country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AB3C6-D06C-4F79-982A-7E2D2BE282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6763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0A370-F392-4E17-9394-D35F3545B347}" type="datetime1">
              <a:rPr lang="en-IN" smtClean="0"/>
              <a:t>24-02-2025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 of Author, Organization, Country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AB3C6-D06C-4F79-982A-7E2D2BE282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908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E7034-5FB8-4966-9ACB-E598F3E1C516}" type="datetime1">
              <a:rPr lang="en-IN" smtClean="0"/>
              <a:t>24-02-2025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 of Author, Organization, Country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AB3C6-D06C-4F79-982A-7E2D2BE282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9108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3FA41-69B6-4F81-B16C-C0734FDD00AF}" type="datetime1">
              <a:rPr lang="en-IN" smtClean="0"/>
              <a:t>24-02-2025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 of Author, Organization, Country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AB3C6-D06C-4F79-982A-7E2D2BE282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4960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18F25-EF9B-4227-8664-5831F5ED9AA6}" type="datetime1">
              <a:rPr lang="en-IN" smtClean="0"/>
              <a:t>24-02-2025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 of Author, Organization, Country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AB3C6-D06C-4F79-982A-7E2D2BE282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6647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19E59C-5BB8-4B98-97B5-0F08CCF3036B}" type="datetime1">
              <a:rPr lang="en-IN" smtClean="0"/>
              <a:t>24-02-2025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Name of Author, Organization, Country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2AB3C6-D06C-4F79-982A-7E2D2BE282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4619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70" y="1704514"/>
            <a:ext cx="12192000" cy="3583362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 of the Paper</a:t>
            </a:r>
          </a:p>
          <a:p>
            <a:pPr marL="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</a:t>
            </a:r>
            <a:r>
              <a:rPr lang="en-US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1*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xxxxxx</a:t>
            </a:r>
            <a:r>
              <a:rPr lang="en-US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yyyyyy</a:t>
            </a:r>
            <a:r>
              <a:rPr lang="en-US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  <a:p>
            <a:pPr marL="0" indent="0" algn="ctr">
              <a:buNone/>
            </a:pPr>
            <a:br>
              <a:rPr lang="en-US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Presenting Author Name</a:t>
            </a:r>
          </a:p>
          <a:p>
            <a:pPr marL="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Affiliation of Presenting Author</a:t>
            </a:r>
          </a:p>
          <a:p>
            <a:pPr marL="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Submission ID: </a:t>
            </a:r>
          </a:p>
          <a:p>
            <a:pPr marL="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Mention Track Name and Date (as per schedule): </a:t>
            </a:r>
          </a:p>
          <a:p>
            <a:pPr marL="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Time : 10 Mins</a:t>
            </a:r>
          </a:p>
          <a:p>
            <a:pPr marL="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Slides: 12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0FD1A3D-F78E-0A6C-DD4F-B83824F4636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282" y="0"/>
            <a:ext cx="3058230" cy="128780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D42F862-F6E1-1AB6-CBC1-525BF901962B}"/>
              </a:ext>
            </a:extLst>
          </p:cNvPr>
          <p:cNvSpPr txBox="1"/>
          <p:nvPr/>
        </p:nvSpPr>
        <p:spPr>
          <a:xfrm>
            <a:off x="3124824" y="93527"/>
            <a:ext cx="83051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en-US" sz="1800" b="1" i="0" dirty="0">
                <a:solidFill>
                  <a:srgbClr val="212121"/>
                </a:solidFill>
                <a:effectLst/>
                <a:latin typeface="Lato"/>
              </a:rPr>
              <a:t>International Conference on Advanced Research in Electronics and Communication Systems </a:t>
            </a:r>
            <a:endParaRPr lang="en-US" sz="1800" b="0" i="0" dirty="0">
              <a:solidFill>
                <a:srgbClr val="212121"/>
              </a:solidFill>
              <a:effectLst/>
              <a:latin typeface="Lato"/>
            </a:endParaRPr>
          </a:p>
          <a:p>
            <a:pPr algn="ctr" rtl="0"/>
            <a:r>
              <a:rPr lang="en-US" sz="1800" b="0" i="0" dirty="0">
                <a:solidFill>
                  <a:srgbClr val="212121"/>
                </a:solidFill>
                <a:effectLst/>
                <a:latin typeface="Lato"/>
              </a:rPr>
              <a:t>(</a:t>
            </a:r>
            <a:r>
              <a:rPr lang="en-US" sz="1800" b="1" i="1" dirty="0">
                <a:solidFill>
                  <a:srgbClr val="212121"/>
                </a:solidFill>
                <a:effectLst/>
                <a:latin typeface="Lato"/>
              </a:rPr>
              <a:t>ICARECS-2025</a:t>
            </a:r>
            <a:r>
              <a:rPr lang="en-US" sz="1800" b="0" i="0" dirty="0">
                <a:solidFill>
                  <a:srgbClr val="212121"/>
                </a:solidFill>
                <a:effectLst/>
                <a:latin typeface="Lato"/>
              </a:rPr>
              <a:t>) </a:t>
            </a:r>
          </a:p>
          <a:p>
            <a:pPr algn="ctr" rtl="0"/>
            <a:r>
              <a:rPr lang="en-US" sz="1600" i="0" dirty="0">
                <a:solidFill>
                  <a:srgbClr val="212121"/>
                </a:solidFill>
                <a:effectLst/>
                <a:latin typeface="Lato"/>
              </a:rPr>
              <a:t>26th &amp; 27th February 2025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8809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" y="-1"/>
            <a:ext cx="12192001" cy="900753"/>
          </a:xfrm>
          <a:solidFill>
            <a:schemeClr val="bg1"/>
          </a:solidFill>
          <a:ln>
            <a:solidFill>
              <a:srgbClr val="CC3300"/>
            </a:solidFill>
          </a:ln>
        </p:spPr>
        <p:txBody>
          <a:bodyPr>
            <a:norm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 of the Paper:</a:t>
            </a:r>
            <a:b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ID:-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-1" y="6045693"/>
            <a:ext cx="12191999" cy="8123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n-US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</a:t>
            </a:r>
            <a:r>
              <a:rPr lang="en-US" sz="1800" b="1" i="0" dirty="0">
                <a:solidFill>
                  <a:srgbClr val="212121"/>
                </a:solidFill>
                <a:effectLst/>
                <a:latin typeface="Lato"/>
              </a:rPr>
              <a:t>International Conference on Advanced Research in Electronics and Communication Systems </a:t>
            </a:r>
            <a:endParaRPr lang="en-US" sz="1800" b="0" i="0" dirty="0">
              <a:solidFill>
                <a:srgbClr val="212121"/>
              </a:solidFill>
              <a:effectLst/>
              <a:latin typeface="Lato"/>
            </a:endParaRPr>
          </a:p>
          <a:p>
            <a:pPr algn="ctr" rtl="0"/>
            <a:r>
              <a:rPr lang="en-US" sz="1800" b="0" i="0" dirty="0">
                <a:solidFill>
                  <a:srgbClr val="212121"/>
                </a:solidFill>
                <a:effectLst/>
                <a:latin typeface="Lato"/>
              </a:rPr>
              <a:t>(</a:t>
            </a:r>
            <a:r>
              <a:rPr lang="en-US" sz="1800" b="1" i="1" dirty="0">
                <a:solidFill>
                  <a:srgbClr val="212121"/>
                </a:solidFill>
                <a:effectLst/>
                <a:latin typeface="Lato"/>
              </a:rPr>
              <a:t>ICARECS-2025</a:t>
            </a:r>
            <a:r>
              <a:rPr lang="en-US" sz="1800" b="0" i="0" dirty="0">
                <a:solidFill>
                  <a:srgbClr val="212121"/>
                </a:solidFill>
                <a:effectLst/>
                <a:latin typeface="Lato"/>
              </a:rPr>
              <a:t>) </a:t>
            </a:r>
          </a:p>
          <a:p>
            <a:pPr algn="ctr"/>
            <a:r>
              <a:rPr lang="en-US" sz="16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(26-27 February, 2025)</a:t>
            </a:r>
            <a:endParaRPr lang="en-IN" sz="1600" b="1" i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CA1451-7456-D917-D1B7-6C3ABD478F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29" y="38912"/>
            <a:ext cx="1967047" cy="828311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0208E776-E087-67F7-C9F4-B76D944E82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2686" y="49533"/>
            <a:ext cx="1293571" cy="812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9644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" y="-1"/>
            <a:ext cx="12192001" cy="900753"/>
          </a:xfrm>
          <a:solidFill>
            <a:schemeClr val="bg1"/>
          </a:solidFill>
          <a:ln>
            <a:solidFill>
              <a:srgbClr val="CC3300"/>
            </a:solidFill>
          </a:ln>
        </p:spPr>
        <p:txBody>
          <a:bodyPr>
            <a:norm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 of the Paper:</a:t>
            </a:r>
            <a:b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ID:-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-1" y="6045693"/>
            <a:ext cx="12191999" cy="8123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n-US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</a:t>
            </a:r>
            <a:r>
              <a:rPr lang="en-US" sz="1800" b="1" i="0" dirty="0">
                <a:solidFill>
                  <a:srgbClr val="212121"/>
                </a:solidFill>
                <a:effectLst/>
                <a:latin typeface="Lato"/>
              </a:rPr>
              <a:t>International Conference on Advanced Research in Electronics and Communication Systems </a:t>
            </a:r>
            <a:endParaRPr lang="en-US" sz="1800" b="0" i="0" dirty="0">
              <a:solidFill>
                <a:srgbClr val="212121"/>
              </a:solidFill>
              <a:effectLst/>
              <a:latin typeface="Lato"/>
            </a:endParaRPr>
          </a:p>
          <a:p>
            <a:pPr algn="ctr" rtl="0"/>
            <a:r>
              <a:rPr lang="en-US" sz="1800" b="0" i="0" dirty="0">
                <a:solidFill>
                  <a:srgbClr val="212121"/>
                </a:solidFill>
                <a:effectLst/>
                <a:latin typeface="Lato"/>
              </a:rPr>
              <a:t>(</a:t>
            </a:r>
            <a:r>
              <a:rPr lang="en-US" sz="1800" b="1" i="1" dirty="0">
                <a:solidFill>
                  <a:srgbClr val="212121"/>
                </a:solidFill>
                <a:effectLst/>
                <a:latin typeface="Lato"/>
              </a:rPr>
              <a:t>ICARECS-2025</a:t>
            </a:r>
            <a:r>
              <a:rPr lang="en-US" sz="1800" b="0" i="0" dirty="0">
                <a:solidFill>
                  <a:srgbClr val="212121"/>
                </a:solidFill>
                <a:effectLst/>
                <a:latin typeface="Lato"/>
              </a:rPr>
              <a:t>) </a:t>
            </a:r>
          </a:p>
          <a:p>
            <a:pPr algn="ctr"/>
            <a:r>
              <a:rPr lang="en-US" sz="16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(26-27 February, 2025)</a:t>
            </a:r>
            <a:endParaRPr lang="en-IN" sz="1600" b="1" i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CA1451-7456-D917-D1B7-6C3ABD478F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29" y="38912"/>
            <a:ext cx="1967047" cy="828311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0208E776-E087-67F7-C9F4-B76D944E82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2686" y="49533"/>
            <a:ext cx="1293571" cy="812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3892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" y="-1"/>
            <a:ext cx="12192001" cy="900753"/>
          </a:xfrm>
          <a:solidFill>
            <a:schemeClr val="bg1"/>
          </a:solidFill>
          <a:ln>
            <a:solidFill>
              <a:srgbClr val="CC3300"/>
            </a:solidFill>
          </a:ln>
        </p:spPr>
        <p:txBody>
          <a:bodyPr>
            <a:norm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 of the Paper:</a:t>
            </a:r>
            <a:b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ID:-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-1" y="6045693"/>
            <a:ext cx="12191999" cy="8123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n-US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</a:t>
            </a:r>
            <a:r>
              <a:rPr lang="en-US" sz="1800" b="1" i="0" dirty="0">
                <a:solidFill>
                  <a:srgbClr val="212121"/>
                </a:solidFill>
                <a:effectLst/>
                <a:latin typeface="Lato"/>
              </a:rPr>
              <a:t>International Conference on Advanced Research in Electronics and Communication Systems </a:t>
            </a:r>
            <a:endParaRPr lang="en-US" sz="1800" b="0" i="0" dirty="0">
              <a:solidFill>
                <a:srgbClr val="212121"/>
              </a:solidFill>
              <a:effectLst/>
              <a:latin typeface="Lato"/>
            </a:endParaRPr>
          </a:p>
          <a:p>
            <a:pPr algn="ctr" rtl="0"/>
            <a:r>
              <a:rPr lang="en-US" sz="1800" b="0" i="0" dirty="0">
                <a:solidFill>
                  <a:srgbClr val="212121"/>
                </a:solidFill>
                <a:effectLst/>
                <a:latin typeface="Lato"/>
              </a:rPr>
              <a:t>(</a:t>
            </a:r>
            <a:r>
              <a:rPr lang="en-US" sz="1800" b="1" i="1" dirty="0">
                <a:solidFill>
                  <a:srgbClr val="212121"/>
                </a:solidFill>
                <a:effectLst/>
                <a:latin typeface="Lato"/>
              </a:rPr>
              <a:t>ICARECS-2025</a:t>
            </a:r>
            <a:r>
              <a:rPr lang="en-US" sz="1800" b="0" i="0" dirty="0">
                <a:solidFill>
                  <a:srgbClr val="212121"/>
                </a:solidFill>
                <a:effectLst/>
                <a:latin typeface="Lato"/>
              </a:rPr>
              <a:t>) </a:t>
            </a:r>
          </a:p>
          <a:p>
            <a:pPr algn="ctr"/>
            <a:r>
              <a:rPr lang="en-US" sz="16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(26-27 February, 2025)</a:t>
            </a:r>
            <a:endParaRPr lang="en-IN" sz="1600" b="1" i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CA1451-7456-D917-D1B7-6C3ABD478F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29" y="38912"/>
            <a:ext cx="1967047" cy="828311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0208E776-E087-67F7-C9F4-B76D944E82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2686" y="49533"/>
            <a:ext cx="1293571" cy="812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4203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" y="-1"/>
            <a:ext cx="12192001" cy="900753"/>
          </a:xfrm>
          <a:solidFill>
            <a:schemeClr val="bg1"/>
          </a:solidFill>
          <a:ln>
            <a:solidFill>
              <a:srgbClr val="CC3300"/>
            </a:solidFill>
          </a:ln>
        </p:spPr>
        <p:txBody>
          <a:bodyPr>
            <a:norm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 of the Paper:</a:t>
            </a:r>
            <a:b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ID:-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-1" y="6045693"/>
            <a:ext cx="12191999" cy="8123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n-US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</a:t>
            </a:r>
            <a:r>
              <a:rPr lang="en-US" sz="1800" b="1" i="0" dirty="0">
                <a:solidFill>
                  <a:srgbClr val="212121"/>
                </a:solidFill>
                <a:effectLst/>
                <a:latin typeface="Lato"/>
              </a:rPr>
              <a:t>International Conference on Advanced Research in Electronics and Communication Systems </a:t>
            </a:r>
            <a:endParaRPr lang="en-US" sz="1800" b="0" i="0" dirty="0">
              <a:solidFill>
                <a:srgbClr val="212121"/>
              </a:solidFill>
              <a:effectLst/>
              <a:latin typeface="Lato"/>
            </a:endParaRPr>
          </a:p>
          <a:p>
            <a:pPr algn="ctr" rtl="0"/>
            <a:r>
              <a:rPr lang="en-US" sz="1800" b="0" i="0" dirty="0">
                <a:solidFill>
                  <a:srgbClr val="212121"/>
                </a:solidFill>
                <a:effectLst/>
                <a:latin typeface="Lato"/>
              </a:rPr>
              <a:t>(</a:t>
            </a:r>
            <a:r>
              <a:rPr lang="en-US" sz="1800" b="1" i="1" dirty="0">
                <a:solidFill>
                  <a:srgbClr val="212121"/>
                </a:solidFill>
                <a:effectLst/>
                <a:latin typeface="Lato"/>
              </a:rPr>
              <a:t>ICARECS-2025</a:t>
            </a:r>
            <a:r>
              <a:rPr lang="en-US" sz="1800" b="0" i="0" dirty="0">
                <a:solidFill>
                  <a:srgbClr val="212121"/>
                </a:solidFill>
                <a:effectLst/>
                <a:latin typeface="Lato"/>
              </a:rPr>
              <a:t>) </a:t>
            </a:r>
          </a:p>
          <a:p>
            <a:pPr algn="ctr"/>
            <a:r>
              <a:rPr lang="en-US" sz="16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(26-27 February, 2025)</a:t>
            </a:r>
            <a:endParaRPr lang="en-IN" sz="1600" b="1" i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CA1451-7456-D917-D1B7-6C3ABD478F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29" y="38912"/>
            <a:ext cx="1967047" cy="828311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0208E776-E087-67F7-C9F4-B76D944E82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2686" y="49533"/>
            <a:ext cx="1293571" cy="812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8893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" y="-1"/>
            <a:ext cx="12192001" cy="900753"/>
          </a:xfrm>
          <a:solidFill>
            <a:schemeClr val="bg1"/>
          </a:solidFill>
          <a:ln>
            <a:solidFill>
              <a:srgbClr val="CC3300"/>
            </a:solidFill>
          </a:ln>
        </p:spPr>
        <p:txBody>
          <a:bodyPr>
            <a:norm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 of the Paper:</a:t>
            </a:r>
            <a:b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ID:-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-1" y="6045693"/>
            <a:ext cx="12191999" cy="8123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n-US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</a:t>
            </a:r>
            <a:r>
              <a:rPr lang="en-US" sz="1800" b="1" i="0" dirty="0">
                <a:solidFill>
                  <a:srgbClr val="212121"/>
                </a:solidFill>
                <a:effectLst/>
                <a:latin typeface="Lato"/>
              </a:rPr>
              <a:t>International Conference on Advanced Research in Electronics and Communication Systems </a:t>
            </a:r>
            <a:endParaRPr lang="en-US" sz="1800" b="0" i="0" dirty="0">
              <a:solidFill>
                <a:srgbClr val="212121"/>
              </a:solidFill>
              <a:effectLst/>
              <a:latin typeface="Lato"/>
            </a:endParaRPr>
          </a:p>
          <a:p>
            <a:pPr algn="ctr" rtl="0"/>
            <a:r>
              <a:rPr lang="en-US" sz="1800" b="0" i="0" dirty="0">
                <a:solidFill>
                  <a:srgbClr val="212121"/>
                </a:solidFill>
                <a:effectLst/>
                <a:latin typeface="Lato"/>
              </a:rPr>
              <a:t>(</a:t>
            </a:r>
            <a:r>
              <a:rPr lang="en-US" sz="1800" b="1" i="1" dirty="0">
                <a:solidFill>
                  <a:srgbClr val="212121"/>
                </a:solidFill>
                <a:effectLst/>
                <a:latin typeface="Lato"/>
              </a:rPr>
              <a:t>ICARECS-2025</a:t>
            </a:r>
            <a:r>
              <a:rPr lang="en-US" sz="1800" b="0" i="0" dirty="0">
                <a:solidFill>
                  <a:srgbClr val="212121"/>
                </a:solidFill>
                <a:effectLst/>
                <a:latin typeface="Lato"/>
              </a:rPr>
              <a:t>) </a:t>
            </a:r>
          </a:p>
          <a:p>
            <a:pPr algn="ctr"/>
            <a:r>
              <a:rPr lang="en-US" sz="16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(26-27 February, 2025)</a:t>
            </a:r>
            <a:endParaRPr lang="en-IN" sz="1600" b="1" i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CA1451-7456-D917-D1B7-6C3ABD478F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29" y="38912"/>
            <a:ext cx="1967047" cy="828311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0208E776-E087-67F7-C9F4-B76D944E82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2686" y="49533"/>
            <a:ext cx="1293571" cy="812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9925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" y="-1"/>
            <a:ext cx="12192001" cy="900753"/>
          </a:xfrm>
          <a:solidFill>
            <a:schemeClr val="bg1"/>
          </a:solidFill>
          <a:ln>
            <a:solidFill>
              <a:srgbClr val="CC3300"/>
            </a:solidFill>
          </a:ln>
        </p:spPr>
        <p:txBody>
          <a:bodyPr>
            <a:norm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 of the Paper:</a:t>
            </a:r>
            <a:b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ID:-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-1" y="6045693"/>
            <a:ext cx="12191999" cy="8123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n-US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</a:t>
            </a:r>
            <a:r>
              <a:rPr lang="en-US" sz="1800" b="1" i="0" dirty="0">
                <a:solidFill>
                  <a:srgbClr val="212121"/>
                </a:solidFill>
                <a:effectLst/>
                <a:latin typeface="Lato"/>
              </a:rPr>
              <a:t>International Conference on Advanced Research in Electronics and Communication Systems </a:t>
            </a:r>
            <a:endParaRPr lang="en-US" sz="1800" b="0" i="0" dirty="0">
              <a:solidFill>
                <a:srgbClr val="212121"/>
              </a:solidFill>
              <a:effectLst/>
              <a:latin typeface="Lato"/>
            </a:endParaRPr>
          </a:p>
          <a:p>
            <a:pPr algn="ctr" rtl="0"/>
            <a:r>
              <a:rPr lang="en-US" sz="1800" b="0" i="0" dirty="0">
                <a:solidFill>
                  <a:srgbClr val="212121"/>
                </a:solidFill>
                <a:effectLst/>
                <a:latin typeface="Lato"/>
              </a:rPr>
              <a:t>(</a:t>
            </a:r>
            <a:r>
              <a:rPr lang="en-US" sz="1800" b="1" i="1" dirty="0">
                <a:solidFill>
                  <a:srgbClr val="212121"/>
                </a:solidFill>
                <a:effectLst/>
                <a:latin typeface="Lato"/>
              </a:rPr>
              <a:t>ICARECS-2025</a:t>
            </a:r>
            <a:r>
              <a:rPr lang="en-US" sz="1800" b="0" i="0" dirty="0">
                <a:solidFill>
                  <a:srgbClr val="212121"/>
                </a:solidFill>
                <a:effectLst/>
                <a:latin typeface="Lato"/>
              </a:rPr>
              <a:t>) </a:t>
            </a:r>
          </a:p>
          <a:p>
            <a:pPr algn="ctr"/>
            <a:r>
              <a:rPr lang="en-US" sz="16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(26-27 February, 2025)</a:t>
            </a:r>
            <a:endParaRPr lang="en-IN" sz="1600" b="1" i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CA1451-7456-D917-D1B7-6C3ABD478F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29" y="38912"/>
            <a:ext cx="1967047" cy="828311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0208E776-E087-67F7-C9F4-B76D944E82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2686" y="49533"/>
            <a:ext cx="1293571" cy="812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235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" y="-1"/>
            <a:ext cx="12192001" cy="900753"/>
          </a:xfrm>
          <a:solidFill>
            <a:schemeClr val="bg1"/>
          </a:solidFill>
          <a:ln>
            <a:solidFill>
              <a:srgbClr val="CC3300"/>
            </a:solidFill>
          </a:ln>
        </p:spPr>
        <p:txBody>
          <a:bodyPr>
            <a:norm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 of the Paper:</a:t>
            </a:r>
            <a:b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ID:-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-1" y="6045693"/>
            <a:ext cx="12191999" cy="8123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n-US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</a:t>
            </a:r>
            <a:r>
              <a:rPr lang="en-US" sz="1800" b="1" i="0" dirty="0">
                <a:solidFill>
                  <a:srgbClr val="212121"/>
                </a:solidFill>
                <a:effectLst/>
                <a:latin typeface="Lato"/>
              </a:rPr>
              <a:t>International Conference on Advanced Research in Electronics and Communication Systems </a:t>
            </a:r>
            <a:endParaRPr lang="en-US" sz="1800" b="0" i="0" dirty="0">
              <a:solidFill>
                <a:srgbClr val="212121"/>
              </a:solidFill>
              <a:effectLst/>
              <a:latin typeface="Lato"/>
            </a:endParaRPr>
          </a:p>
          <a:p>
            <a:pPr algn="ctr" rtl="0"/>
            <a:r>
              <a:rPr lang="en-US" sz="1800" b="0" i="0" dirty="0">
                <a:solidFill>
                  <a:srgbClr val="212121"/>
                </a:solidFill>
                <a:effectLst/>
                <a:latin typeface="Lato"/>
              </a:rPr>
              <a:t>(</a:t>
            </a:r>
            <a:r>
              <a:rPr lang="en-US" sz="1800" b="1" i="1" dirty="0">
                <a:solidFill>
                  <a:srgbClr val="212121"/>
                </a:solidFill>
                <a:effectLst/>
                <a:latin typeface="Lato"/>
              </a:rPr>
              <a:t>ICARECS-2025</a:t>
            </a:r>
            <a:r>
              <a:rPr lang="en-US" sz="1800" b="0" i="0" dirty="0">
                <a:solidFill>
                  <a:srgbClr val="212121"/>
                </a:solidFill>
                <a:effectLst/>
                <a:latin typeface="Lato"/>
              </a:rPr>
              <a:t>) </a:t>
            </a:r>
          </a:p>
          <a:p>
            <a:pPr algn="ctr"/>
            <a:r>
              <a:rPr lang="en-US" sz="16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(26-27 February, 2025)</a:t>
            </a:r>
            <a:endParaRPr lang="en-IN" sz="1600" b="1" i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CA1451-7456-D917-D1B7-6C3ABD478F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29" y="38912"/>
            <a:ext cx="1967047" cy="828311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0208E776-E087-67F7-C9F4-B76D944E82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2686" y="49533"/>
            <a:ext cx="1293571" cy="812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31179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" y="-1"/>
            <a:ext cx="12192001" cy="900753"/>
          </a:xfrm>
          <a:solidFill>
            <a:schemeClr val="bg1"/>
          </a:solidFill>
          <a:ln>
            <a:solidFill>
              <a:srgbClr val="CC3300"/>
            </a:solidFill>
          </a:ln>
        </p:spPr>
        <p:txBody>
          <a:bodyPr>
            <a:norm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 of the Paper:</a:t>
            </a:r>
            <a:b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ID:-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-1" y="6045693"/>
            <a:ext cx="12191999" cy="8123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n-US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</a:t>
            </a:r>
            <a:r>
              <a:rPr lang="en-US" sz="1800" b="1" i="0" dirty="0">
                <a:solidFill>
                  <a:srgbClr val="212121"/>
                </a:solidFill>
                <a:effectLst/>
                <a:latin typeface="Lato"/>
              </a:rPr>
              <a:t>International Conference on Advanced Research in Electronics and Communication Systems </a:t>
            </a:r>
            <a:endParaRPr lang="en-US" sz="1800" b="0" i="0" dirty="0">
              <a:solidFill>
                <a:srgbClr val="212121"/>
              </a:solidFill>
              <a:effectLst/>
              <a:latin typeface="Lato"/>
            </a:endParaRPr>
          </a:p>
          <a:p>
            <a:pPr algn="ctr" rtl="0"/>
            <a:r>
              <a:rPr lang="en-US" sz="1800" b="0" i="0" dirty="0">
                <a:solidFill>
                  <a:srgbClr val="212121"/>
                </a:solidFill>
                <a:effectLst/>
                <a:latin typeface="Lato"/>
              </a:rPr>
              <a:t>(</a:t>
            </a:r>
            <a:r>
              <a:rPr lang="en-US" sz="1800" b="1" i="1" dirty="0">
                <a:solidFill>
                  <a:srgbClr val="212121"/>
                </a:solidFill>
                <a:effectLst/>
                <a:latin typeface="Lato"/>
              </a:rPr>
              <a:t>ICARECS-2025</a:t>
            </a:r>
            <a:r>
              <a:rPr lang="en-US" sz="1800" b="0" i="0" dirty="0">
                <a:solidFill>
                  <a:srgbClr val="212121"/>
                </a:solidFill>
                <a:effectLst/>
                <a:latin typeface="Lato"/>
              </a:rPr>
              <a:t>) </a:t>
            </a:r>
          </a:p>
          <a:p>
            <a:pPr algn="ctr"/>
            <a:r>
              <a:rPr lang="en-US" sz="16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(26-27 February, 2025)</a:t>
            </a:r>
            <a:endParaRPr lang="en-IN" sz="1600" b="1" i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CA1451-7456-D917-D1B7-6C3ABD478F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29" y="38912"/>
            <a:ext cx="1967047" cy="828311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0208E776-E087-67F7-C9F4-B76D944E82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2686" y="49533"/>
            <a:ext cx="1293571" cy="812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2374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" y="-1"/>
            <a:ext cx="12192001" cy="900753"/>
          </a:xfrm>
          <a:solidFill>
            <a:schemeClr val="bg1"/>
          </a:solidFill>
          <a:ln>
            <a:solidFill>
              <a:srgbClr val="CC3300"/>
            </a:solidFill>
          </a:ln>
        </p:spPr>
        <p:txBody>
          <a:bodyPr>
            <a:norm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 of the Paper:</a:t>
            </a:r>
            <a:b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ID:-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-1" y="6045693"/>
            <a:ext cx="12191999" cy="8123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n-US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</a:t>
            </a:r>
            <a:r>
              <a:rPr lang="en-US" sz="1800" b="1" i="0" dirty="0">
                <a:solidFill>
                  <a:srgbClr val="212121"/>
                </a:solidFill>
                <a:effectLst/>
                <a:latin typeface="Lato"/>
              </a:rPr>
              <a:t>International Conference on Advanced Research in Electronics and Communication Systems </a:t>
            </a:r>
            <a:endParaRPr lang="en-US" sz="1800" b="0" i="0" dirty="0">
              <a:solidFill>
                <a:srgbClr val="212121"/>
              </a:solidFill>
              <a:effectLst/>
              <a:latin typeface="Lato"/>
            </a:endParaRPr>
          </a:p>
          <a:p>
            <a:pPr algn="ctr" rtl="0"/>
            <a:r>
              <a:rPr lang="en-US" sz="1800" b="0" i="0" dirty="0">
                <a:solidFill>
                  <a:srgbClr val="212121"/>
                </a:solidFill>
                <a:effectLst/>
                <a:latin typeface="Lato"/>
              </a:rPr>
              <a:t>(</a:t>
            </a:r>
            <a:r>
              <a:rPr lang="en-US" sz="1800" b="1" i="1" dirty="0">
                <a:solidFill>
                  <a:srgbClr val="212121"/>
                </a:solidFill>
                <a:effectLst/>
                <a:latin typeface="Lato"/>
              </a:rPr>
              <a:t>ICARECS-2025</a:t>
            </a:r>
            <a:r>
              <a:rPr lang="en-US" sz="1800" b="0" i="0" dirty="0">
                <a:solidFill>
                  <a:srgbClr val="212121"/>
                </a:solidFill>
                <a:effectLst/>
                <a:latin typeface="Lato"/>
              </a:rPr>
              <a:t>) </a:t>
            </a:r>
          </a:p>
          <a:p>
            <a:pPr algn="ctr"/>
            <a:r>
              <a:rPr lang="en-US" sz="16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(26-27 February, 2025)</a:t>
            </a:r>
            <a:endParaRPr lang="en-IN" sz="1600" b="1" i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CA1451-7456-D917-D1B7-6C3ABD478F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29" y="38912"/>
            <a:ext cx="1967047" cy="828311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0208E776-E087-67F7-C9F4-B76D944E82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2686" y="49533"/>
            <a:ext cx="1293571" cy="812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9819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" y="-1"/>
            <a:ext cx="12192001" cy="900753"/>
          </a:xfrm>
          <a:solidFill>
            <a:schemeClr val="bg1"/>
          </a:solidFill>
          <a:ln>
            <a:solidFill>
              <a:srgbClr val="CC3300"/>
            </a:solidFill>
          </a:ln>
        </p:spPr>
        <p:txBody>
          <a:bodyPr>
            <a:norm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 of the Paper:</a:t>
            </a:r>
            <a:b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ID:-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-1" y="6045693"/>
            <a:ext cx="12191999" cy="8123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n-US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</a:t>
            </a:r>
            <a:r>
              <a:rPr lang="en-US" sz="1800" b="1" i="0" dirty="0">
                <a:solidFill>
                  <a:srgbClr val="212121"/>
                </a:solidFill>
                <a:effectLst/>
                <a:latin typeface="Lato"/>
              </a:rPr>
              <a:t>International Conference on Advanced Research in Electronics and Communication Systems </a:t>
            </a:r>
            <a:endParaRPr lang="en-US" sz="1800" b="0" i="0" dirty="0">
              <a:solidFill>
                <a:srgbClr val="212121"/>
              </a:solidFill>
              <a:effectLst/>
              <a:latin typeface="Lato"/>
            </a:endParaRPr>
          </a:p>
          <a:p>
            <a:pPr algn="ctr" rtl="0"/>
            <a:r>
              <a:rPr lang="en-US" sz="1800" b="0" i="0" dirty="0">
                <a:solidFill>
                  <a:srgbClr val="212121"/>
                </a:solidFill>
                <a:effectLst/>
                <a:latin typeface="Lato"/>
              </a:rPr>
              <a:t>(</a:t>
            </a:r>
            <a:r>
              <a:rPr lang="en-US" sz="1800" b="1" i="1" dirty="0">
                <a:solidFill>
                  <a:srgbClr val="212121"/>
                </a:solidFill>
                <a:effectLst/>
                <a:latin typeface="Lato"/>
              </a:rPr>
              <a:t>ICARECS-2025</a:t>
            </a:r>
            <a:r>
              <a:rPr lang="en-US" sz="1800" b="0" i="0" dirty="0">
                <a:solidFill>
                  <a:srgbClr val="212121"/>
                </a:solidFill>
                <a:effectLst/>
                <a:latin typeface="Lato"/>
              </a:rPr>
              <a:t>) </a:t>
            </a:r>
          </a:p>
          <a:p>
            <a:pPr algn="ctr"/>
            <a:r>
              <a:rPr lang="en-US" sz="16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(26-27 February, 2025)</a:t>
            </a:r>
            <a:endParaRPr lang="en-IN" sz="1600" b="1" i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CA1451-7456-D917-D1B7-6C3ABD478F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29" y="38912"/>
            <a:ext cx="1967047" cy="828311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0208E776-E087-67F7-C9F4-B76D944E82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2686" y="49533"/>
            <a:ext cx="1293571" cy="812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52162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" y="-1"/>
            <a:ext cx="12192001" cy="900753"/>
          </a:xfrm>
          <a:solidFill>
            <a:schemeClr val="bg1"/>
          </a:solidFill>
          <a:ln>
            <a:solidFill>
              <a:srgbClr val="CC3300"/>
            </a:solidFill>
          </a:ln>
        </p:spPr>
        <p:txBody>
          <a:bodyPr>
            <a:norm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 of the Paper:</a:t>
            </a:r>
            <a:b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ID:-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-1" y="6045693"/>
            <a:ext cx="12191999" cy="8123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n-US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</a:t>
            </a:r>
            <a:r>
              <a:rPr lang="en-US" sz="1800" b="1" i="0" dirty="0">
                <a:solidFill>
                  <a:srgbClr val="212121"/>
                </a:solidFill>
                <a:effectLst/>
                <a:latin typeface="Lato"/>
              </a:rPr>
              <a:t>International Conference on Advanced Research in Electronics and Communication Systems </a:t>
            </a:r>
            <a:endParaRPr lang="en-US" sz="1800" b="0" i="0" dirty="0">
              <a:solidFill>
                <a:srgbClr val="212121"/>
              </a:solidFill>
              <a:effectLst/>
              <a:latin typeface="Lato"/>
            </a:endParaRPr>
          </a:p>
          <a:p>
            <a:pPr algn="ctr" rtl="0"/>
            <a:r>
              <a:rPr lang="en-US" sz="1800" b="0" i="0" dirty="0">
                <a:solidFill>
                  <a:srgbClr val="212121"/>
                </a:solidFill>
                <a:effectLst/>
                <a:latin typeface="Lato"/>
              </a:rPr>
              <a:t>(</a:t>
            </a:r>
            <a:r>
              <a:rPr lang="en-US" sz="1800" b="1" i="1" dirty="0">
                <a:solidFill>
                  <a:srgbClr val="212121"/>
                </a:solidFill>
                <a:effectLst/>
                <a:latin typeface="Lato"/>
              </a:rPr>
              <a:t>ICARECS-2025</a:t>
            </a:r>
            <a:r>
              <a:rPr lang="en-US" sz="1800" b="0" i="0" dirty="0">
                <a:solidFill>
                  <a:srgbClr val="212121"/>
                </a:solidFill>
                <a:effectLst/>
                <a:latin typeface="Lato"/>
              </a:rPr>
              <a:t>) </a:t>
            </a:r>
          </a:p>
          <a:p>
            <a:pPr algn="ctr"/>
            <a:r>
              <a:rPr lang="en-US" sz="16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(26-27 February, 2025)</a:t>
            </a:r>
            <a:endParaRPr lang="en-IN" sz="1600" b="1" i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CA1451-7456-D917-D1B7-6C3ABD478F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29" y="38912"/>
            <a:ext cx="1967047" cy="828311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0208E776-E087-67F7-C9F4-B76D944E82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2686" y="49533"/>
            <a:ext cx="1293571" cy="812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35526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</TotalTime>
  <Words>376</Words>
  <Application>Microsoft Office PowerPoint</Application>
  <PresentationFormat>Widescreen</PresentationFormat>
  <Paragraphs>56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Lato</vt:lpstr>
      <vt:lpstr>Times New Roman</vt:lpstr>
      <vt:lpstr>Office Theme</vt:lpstr>
      <vt:lpstr>PowerPoint Presentation</vt:lpstr>
      <vt:lpstr>Title of the Paper: Paper ID:-</vt:lpstr>
      <vt:lpstr>Title of the Paper: Paper ID:-</vt:lpstr>
      <vt:lpstr>Title of the Paper: Paper ID:-</vt:lpstr>
      <vt:lpstr>Title of the Paper: Paper ID:-</vt:lpstr>
      <vt:lpstr>Title of the Paper: Paper ID:-</vt:lpstr>
      <vt:lpstr>Title of the Paper: Paper ID:-</vt:lpstr>
      <vt:lpstr>Title of the Paper: Paper ID:-</vt:lpstr>
      <vt:lpstr>Title of the Paper: Paper ID:-</vt:lpstr>
      <vt:lpstr>Title of the Paper: Paper ID:-</vt:lpstr>
      <vt:lpstr>Title of the Paper: Paper ID:-</vt:lpstr>
      <vt:lpstr>Title of the Paper: Paper ID:-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Ritika</dc:creator>
  <cp:lastModifiedBy>rahul krishnan</cp:lastModifiedBy>
  <cp:revision>34</cp:revision>
  <dcterms:created xsi:type="dcterms:W3CDTF">2022-10-27T05:03:26Z</dcterms:created>
  <dcterms:modified xsi:type="dcterms:W3CDTF">2025-02-24T14:02:14Z</dcterms:modified>
</cp:coreProperties>
</file>